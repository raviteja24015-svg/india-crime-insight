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2093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-457200" y="73152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b="1" dirty="0">
                <a:solidFill>
                  <a:srgbClr val="1B2F45"/>
                </a:solidFill>
              </a:rPr>
              <a:t>CRIME</a:t>
            </a:r>
            <a:endParaRPr lang="en-US" sz="1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Hotspot Detection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Data Warehousing Project — Review 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F45"/>
          </a:solidFill>
          <a:ln w="12700">
            <a:solidFill>
              <a:srgbClr val="1B2F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Data Mining &amp; Warehousing  |  B.Tech Project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88136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051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984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problem are we solving?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048256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2585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of this 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71800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008376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971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218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sources, ETL, DW, Mining, Output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968496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088136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688058" y="1010412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r>
              <a:rPr lang="en-US" sz="1300" b="1" dirty="0">
                <a:solidFill>
                  <a:schemeClr val="bg1"/>
                </a:solidFill>
              </a:rPr>
              <a:t>04</a:t>
            </a:r>
            <a:endParaRPr lang="en-IN" sz="1300" b="1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54880" y="2048256"/>
            <a:ext cx="43609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57800" y="1056835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Tech Stack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126644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Crime Dataset &amp; tools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88058" y="1869948"/>
            <a:ext cx="502920" cy="5029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r>
              <a:rPr lang="en-US" sz="1300" b="1" dirty="0">
                <a:solidFill>
                  <a:schemeClr val="bg1"/>
                </a:solidFill>
              </a:rPr>
              <a:t>05</a:t>
            </a:r>
          </a:p>
          <a:p>
            <a:endParaRPr lang="en-IN" dirty="0"/>
          </a:p>
        </p:txBody>
      </p:sp>
      <p:sp>
        <p:nvSpPr>
          <p:cNvPr id="29" name="Text 27"/>
          <p:cNvSpPr/>
          <p:nvPr/>
        </p:nvSpPr>
        <p:spPr>
          <a:xfrm>
            <a:off x="4754880" y="3008376"/>
            <a:ext cx="502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257800" y="18882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212140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maps &amp; prediction alerts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Crime Hotspot Detection &amp; Analysis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1371600"/>
          </a:xfrm>
          <a:prstGeom prst="rect">
            <a:avLst/>
          </a:prstGeom>
          <a:solidFill>
            <a:srgbClr val="1B2F45"/>
          </a:solidFill>
          <a:ln w="25400">
            <a:solidFill>
              <a:srgbClr val="C039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data is scattered across police stations in raw, unstructured formats. There is no centralized analytical system to detect patterns or predict high-risk zones — making it impossible for authorities to proactively allocate resources.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560320"/>
            <a:ext cx="4023360" cy="84124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560320"/>
            <a:ext cx="73152" cy="8412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2633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repository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9443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records exist in isolation across districts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560320"/>
            <a:ext cx="4023360" cy="84124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2560320"/>
            <a:ext cx="73152" cy="8412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2633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pattern detection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19472" y="29443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can't find temporal or spatial trends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4023360" cy="84124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566160"/>
            <a:ext cx="73152" cy="8412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639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prediction capability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30352" y="3950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 reacts rather than prevents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566160"/>
            <a:ext cx="4023360" cy="84124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566160"/>
            <a:ext cx="73152" cy="8412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639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visual analytics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19472" y="39502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map-based hotspot visualization for decision makers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F45"/>
          </a:solidFill>
          <a:ln w="12700">
            <a:solidFill>
              <a:srgbClr val="1B2F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Crime Hotspot Detection &amp; Analysis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51560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0332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 Crime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30759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data warehouse storing historical crime records from multiple sources — FIRs, census, GIS.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1732788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1833900"/>
            <a:ext cx="457200" cy="4572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r>
              <a:rPr lang="en-US" sz="1300" dirty="0"/>
              <a:t> </a:t>
            </a: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IN" sz="1300" b="1" dirty="0">
              <a:solidFill>
                <a:schemeClr val="bg1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Classify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2098197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decision tree/random forest classifier to predict crime risk level based on time and location.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624328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697480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r>
              <a:rPr lang="en-US" sz="1300" dirty="0"/>
              <a:t> </a:t>
            </a: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IN" sz="1300" b="1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292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26929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on Dashboard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290357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heat maps, OLAP reports, and geographic hotspot maps for law enforcement use.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Crime Hotspot Detection &amp; Analysis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1"/>
                </a:solidFill>
              </a:rPr>
              <a:t>LAYER 1 — DATA SOURCES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82880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FIR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234440"/>
            <a:ext cx="1828800" cy="5029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Data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182880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/ Geospatial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1234440"/>
            <a:ext cx="182880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2344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/ Social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737360"/>
            <a:ext cx="0" cy="274320"/>
          </a:xfrm>
          <a:prstGeom prst="line">
            <a:avLst/>
          </a:prstGeom>
          <a:noFill/>
          <a:ln w="19050">
            <a:solidFill>
              <a:srgbClr val="8FA3B1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4114800" y="19202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</a:rPr>
              <a:t>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1031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1"/>
                </a:solidFill>
              </a:rPr>
              <a:t>LAYER 2 — ETL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2377440"/>
            <a:ext cx="6400800" cy="566928"/>
          </a:xfrm>
          <a:prstGeom prst="rect">
            <a:avLst/>
          </a:prstGeom>
          <a:solidFill>
            <a:srgbClr val="148F77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23774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 →  Transform  →  Load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114800" y="29443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</a:rPr>
              <a:t>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1"/>
                </a:solidFill>
              </a:rPr>
              <a:t>LAYER 3 — DATA WAREHOUSE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429000"/>
            <a:ext cx="7680960" cy="566928"/>
          </a:xfrm>
          <a:prstGeom prst="rect">
            <a:avLst/>
          </a:prstGeom>
          <a:solidFill>
            <a:srgbClr val="243B55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429000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  |  Fact: CRIMES  ·  Dims: Location, Time, Crime Type, Officer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0" y="399592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FA3B1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2245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FA3B1"/>
                </a:solidFill>
              </a:rPr>
              <a:t>LAYER 4 — OUTPUT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425696"/>
            <a:ext cx="246888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256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Heat Map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91840" y="4425696"/>
            <a:ext cx="2468880" cy="47548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44256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Reports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4425696"/>
            <a:ext cx="2468880" cy="4754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4425696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Alerts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2F45"/>
          </a:solidFill>
          <a:ln w="12700">
            <a:solidFill>
              <a:srgbClr val="1B2F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8737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Crime Hotspot Detection &amp; Analysis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Chicago Crime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0195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9019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/ Chicago Data Portal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048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91640" y="24048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Million crime entries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90779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91640" y="290779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2001 – Present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4107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91640" y="341071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features per record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136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39136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Type, Location, Arrest, Coordinates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960120"/>
            <a:ext cx="4023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9601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83480" y="1536192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14813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14813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PostgreSQL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2039112"/>
            <a:ext cx="274320" cy="2743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49240" y="198424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ETL: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19842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(Pandas, SQLAlchemy)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83480" y="2542032"/>
            <a:ext cx="274320" cy="2743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49240" y="24871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37960" y="248716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scikit-learn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3044952"/>
            <a:ext cx="274320" cy="2743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49240" y="299008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299008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Folium, Power BI / Tableau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3547872"/>
            <a:ext cx="274320" cy="27432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49240" y="349300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Mapping: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349300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Folium, GeoPandas, QGIS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83480" y="4050792"/>
            <a:ext cx="274320" cy="27432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49240" y="39959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Notebook: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37960" y="399592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Crime Hotspot Detection &amp; Analysis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5836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73152" cy="6583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" y="1115568"/>
            <a:ext cx="411480" cy="41148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1155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1069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Heat Map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35331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geographic map highlighting high-crime zones (red = critical, yellow = moderate, green = safe)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83080"/>
            <a:ext cx="8412480" cy="65836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83080"/>
            <a:ext cx="73152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1892808"/>
            <a:ext cx="411480" cy="41148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892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1847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OLAP Drill-Down Reports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213055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reports: crimes by district, by time slot, by crime type — with drill-down capability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60320"/>
            <a:ext cx="8412480" cy="65836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560320"/>
            <a:ext cx="73152" cy="6583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" y="2670048"/>
            <a:ext cx="411480" cy="41148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51560" y="26243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Pattern Charts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290779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Line/bar charts showing crime trends by hour of day, day of week, and season of year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337560"/>
            <a:ext cx="8412480" cy="65836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337560"/>
            <a:ext cx="73152" cy="6583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" y="3447288"/>
            <a:ext cx="411480" cy="4114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34472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51560" y="34015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Risk Alerts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51560" y="368503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outputs risk score per zone — flags zones likely to see crime in next period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14800"/>
            <a:ext cx="8412480" cy="658368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4114800"/>
            <a:ext cx="73152" cy="65836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0352" y="4224528"/>
            <a:ext cx="411480" cy="41148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" y="42245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4178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Report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" y="4462272"/>
            <a:ext cx="7589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IF→THEN crime patterns: 'IF Theft in Zone 4 AND Night THEN Assault probability = 72%'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F45"/>
          </a:solidFill>
          <a:ln w="12700">
            <a:solidFill>
              <a:srgbClr val="1B2F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Crime Hotspot Detection &amp; Analysis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Hotspot Detection &amp; Analysis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337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Data Warehousing — Review 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840480"/>
            <a:ext cx="1645920" cy="77724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840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7M+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 Records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0" y="3840480"/>
            <a:ext cx="1645920" cy="77724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3840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Algorithms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840480"/>
            <a:ext cx="1645920" cy="77724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840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3840480"/>
            <a:ext cx="1645920" cy="77724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84048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4251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F45"/>
          </a:solidFill>
          <a:ln w="12700">
            <a:solidFill>
              <a:srgbClr val="1B2F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</a:rPr>
              <a:t>Prepared for Review 1 Presentation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561</Words>
  <Application>Microsoft Office PowerPoint</Application>
  <PresentationFormat>On-screen Show (16:9)</PresentationFormat>
  <Paragraphs>129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Crime Hotspot Detection and Analysis</dc:title>
  <dc:subject>PptxGenJS Presentation</dc:subject>
  <dc:creator>PptxGenJS</dc:creator>
  <cp:lastModifiedBy>Kovidh Aradhya</cp:lastModifiedBy>
  <cp:revision>2</cp:revision>
  <dcterms:created xsi:type="dcterms:W3CDTF">2026-04-01T16:22:54Z</dcterms:created>
  <dcterms:modified xsi:type="dcterms:W3CDTF">2026-04-01T17:03:47Z</dcterms:modified>
</cp:coreProperties>
</file>